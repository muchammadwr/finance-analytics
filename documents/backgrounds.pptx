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68C9FF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619056" cy="1028700"/>
            <a:chOff x="0" y="0"/>
            <a:chExt cx="953167" cy="2708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3167" cy="270878"/>
            </a:xfrm>
            <a:custGeom>
              <a:avLst/>
              <a:gdLst/>
              <a:ahLst/>
              <a:cxnLst/>
              <a:rect r="r" b="b" t="t" l="l"/>
              <a:pathLst>
                <a:path h="270878" w="953167">
                  <a:moveTo>
                    <a:pt x="953167" y="51341"/>
                  </a:moveTo>
                  <a:lnTo>
                    <a:pt x="953167" y="219537"/>
                  </a:lnTo>
                  <a:cubicBezTo>
                    <a:pt x="953167" y="233153"/>
                    <a:pt x="947758" y="246212"/>
                    <a:pt x="938130" y="255840"/>
                  </a:cubicBezTo>
                  <a:cubicBezTo>
                    <a:pt x="928501" y="265468"/>
                    <a:pt x="915442" y="270878"/>
                    <a:pt x="901826" y="270878"/>
                  </a:cubicBezTo>
                  <a:lnTo>
                    <a:pt x="51341" y="270878"/>
                  </a:lnTo>
                  <a:cubicBezTo>
                    <a:pt x="37725" y="270878"/>
                    <a:pt x="24666" y="265468"/>
                    <a:pt x="15037" y="255840"/>
                  </a:cubicBezTo>
                  <a:cubicBezTo>
                    <a:pt x="5409" y="246212"/>
                    <a:pt x="0" y="233153"/>
                    <a:pt x="0" y="219537"/>
                  </a:cubicBezTo>
                  <a:lnTo>
                    <a:pt x="0" y="51341"/>
                  </a:lnTo>
                  <a:cubicBezTo>
                    <a:pt x="0" y="37725"/>
                    <a:pt x="5409" y="24666"/>
                    <a:pt x="15037" y="15037"/>
                  </a:cubicBezTo>
                  <a:cubicBezTo>
                    <a:pt x="24666" y="5409"/>
                    <a:pt x="37725" y="0"/>
                    <a:pt x="51341" y="0"/>
                  </a:cubicBezTo>
                  <a:lnTo>
                    <a:pt x="901826" y="0"/>
                  </a:lnTo>
                  <a:cubicBezTo>
                    <a:pt x="915442" y="0"/>
                    <a:pt x="928501" y="5409"/>
                    <a:pt x="938130" y="15037"/>
                  </a:cubicBezTo>
                  <a:cubicBezTo>
                    <a:pt x="947758" y="24666"/>
                    <a:pt x="953167" y="37725"/>
                    <a:pt x="953167" y="51341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953167" cy="318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185218"/>
            <a:ext cx="3619056" cy="5904189"/>
            <a:chOff x="0" y="0"/>
            <a:chExt cx="953167" cy="15546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3167" cy="1554693"/>
            </a:xfrm>
            <a:custGeom>
              <a:avLst/>
              <a:gdLst/>
              <a:ahLst/>
              <a:cxnLst/>
              <a:rect r="r" b="b" t="t" l="l"/>
              <a:pathLst>
                <a:path h="1554693" w="953167">
                  <a:moveTo>
                    <a:pt x="953167" y="51341"/>
                  </a:moveTo>
                  <a:lnTo>
                    <a:pt x="953167" y="1503352"/>
                  </a:lnTo>
                  <a:cubicBezTo>
                    <a:pt x="953167" y="1516968"/>
                    <a:pt x="947758" y="1530027"/>
                    <a:pt x="938130" y="1539655"/>
                  </a:cubicBezTo>
                  <a:cubicBezTo>
                    <a:pt x="928501" y="1549284"/>
                    <a:pt x="915442" y="1554693"/>
                    <a:pt x="901826" y="1554693"/>
                  </a:cubicBezTo>
                  <a:lnTo>
                    <a:pt x="51341" y="1554693"/>
                  </a:lnTo>
                  <a:cubicBezTo>
                    <a:pt x="37725" y="1554693"/>
                    <a:pt x="24666" y="1549284"/>
                    <a:pt x="15037" y="1539655"/>
                  </a:cubicBezTo>
                  <a:cubicBezTo>
                    <a:pt x="5409" y="1530027"/>
                    <a:pt x="0" y="1516968"/>
                    <a:pt x="0" y="1503352"/>
                  </a:cubicBezTo>
                  <a:lnTo>
                    <a:pt x="0" y="51341"/>
                  </a:lnTo>
                  <a:cubicBezTo>
                    <a:pt x="0" y="37725"/>
                    <a:pt x="5409" y="24666"/>
                    <a:pt x="15037" y="15037"/>
                  </a:cubicBezTo>
                  <a:cubicBezTo>
                    <a:pt x="24666" y="5409"/>
                    <a:pt x="37725" y="0"/>
                    <a:pt x="51341" y="0"/>
                  </a:cubicBezTo>
                  <a:lnTo>
                    <a:pt x="901826" y="0"/>
                  </a:lnTo>
                  <a:cubicBezTo>
                    <a:pt x="915442" y="0"/>
                    <a:pt x="928501" y="5409"/>
                    <a:pt x="938130" y="15037"/>
                  </a:cubicBezTo>
                  <a:cubicBezTo>
                    <a:pt x="947758" y="24666"/>
                    <a:pt x="953167" y="37725"/>
                    <a:pt x="953167" y="51341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953167" cy="1602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7241807"/>
            <a:ext cx="18288000" cy="3045193"/>
            <a:chOff x="0" y="0"/>
            <a:chExt cx="4816593" cy="8018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801861"/>
            </a:xfrm>
            <a:custGeom>
              <a:avLst/>
              <a:gdLst/>
              <a:ahLst/>
              <a:cxnLst/>
              <a:rect r="r" b="b" t="t" l="l"/>
              <a:pathLst>
                <a:path h="801861" w="4816592">
                  <a:moveTo>
                    <a:pt x="4816592" y="10160"/>
                  </a:moveTo>
                  <a:lnTo>
                    <a:pt x="4816592" y="791701"/>
                  </a:lnTo>
                  <a:cubicBezTo>
                    <a:pt x="4816592" y="797312"/>
                    <a:pt x="4812043" y="801861"/>
                    <a:pt x="4806433" y="801861"/>
                  </a:cubicBezTo>
                  <a:lnTo>
                    <a:pt x="10160" y="801861"/>
                  </a:lnTo>
                  <a:cubicBezTo>
                    <a:pt x="4549" y="801861"/>
                    <a:pt x="0" y="797312"/>
                    <a:pt x="0" y="791701"/>
                  </a:cubicBezTo>
                  <a:lnTo>
                    <a:pt x="0" y="10160"/>
                  </a:lnTo>
                  <a:cubicBezTo>
                    <a:pt x="0" y="4549"/>
                    <a:pt x="4549" y="0"/>
                    <a:pt x="10160" y="0"/>
                  </a:cubicBezTo>
                  <a:lnTo>
                    <a:pt x="4806433" y="0"/>
                  </a:lnTo>
                  <a:cubicBezTo>
                    <a:pt x="4809127" y="0"/>
                    <a:pt x="4811711" y="1070"/>
                    <a:pt x="4813617" y="2976"/>
                  </a:cubicBezTo>
                  <a:cubicBezTo>
                    <a:pt x="4815522" y="4881"/>
                    <a:pt x="4816592" y="7465"/>
                    <a:pt x="4816592" y="101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816593" cy="849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775584" y="1437554"/>
            <a:ext cx="14512416" cy="5651853"/>
            <a:chOff x="0" y="0"/>
            <a:chExt cx="3822200" cy="14882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22200" cy="1488248"/>
            </a:xfrm>
            <a:custGeom>
              <a:avLst/>
              <a:gdLst/>
              <a:ahLst/>
              <a:cxnLst/>
              <a:rect r="r" b="b" t="t" l="l"/>
              <a:pathLst>
                <a:path h="1488248" w="3822200">
                  <a:moveTo>
                    <a:pt x="3822200" y="12803"/>
                  </a:moveTo>
                  <a:lnTo>
                    <a:pt x="3822200" y="1475444"/>
                  </a:lnTo>
                  <a:cubicBezTo>
                    <a:pt x="3822200" y="1482515"/>
                    <a:pt x="3816468" y="1488248"/>
                    <a:pt x="3809397" y="1488248"/>
                  </a:cubicBezTo>
                  <a:lnTo>
                    <a:pt x="12803" y="1488248"/>
                  </a:lnTo>
                  <a:cubicBezTo>
                    <a:pt x="5732" y="1488248"/>
                    <a:pt x="0" y="1482515"/>
                    <a:pt x="0" y="1475444"/>
                  </a:cubicBezTo>
                  <a:lnTo>
                    <a:pt x="0" y="12803"/>
                  </a:lnTo>
                  <a:cubicBezTo>
                    <a:pt x="0" y="5732"/>
                    <a:pt x="5732" y="0"/>
                    <a:pt x="12803" y="0"/>
                  </a:cubicBezTo>
                  <a:lnTo>
                    <a:pt x="3809397" y="0"/>
                  </a:lnTo>
                  <a:cubicBezTo>
                    <a:pt x="3816468" y="0"/>
                    <a:pt x="3822200" y="5732"/>
                    <a:pt x="3822200" y="1280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822200" cy="15358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68C9FF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185218"/>
            <a:ext cx="3619056" cy="5904189"/>
            <a:chOff x="0" y="0"/>
            <a:chExt cx="953167" cy="15546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3167" cy="1554693"/>
            </a:xfrm>
            <a:custGeom>
              <a:avLst/>
              <a:gdLst/>
              <a:ahLst/>
              <a:cxnLst/>
              <a:rect r="r" b="b" t="t" l="l"/>
              <a:pathLst>
                <a:path h="1554693" w="953167">
                  <a:moveTo>
                    <a:pt x="953167" y="51341"/>
                  </a:moveTo>
                  <a:lnTo>
                    <a:pt x="953167" y="1503352"/>
                  </a:lnTo>
                  <a:cubicBezTo>
                    <a:pt x="953167" y="1516968"/>
                    <a:pt x="947758" y="1530027"/>
                    <a:pt x="938130" y="1539655"/>
                  </a:cubicBezTo>
                  <a:cubicBezTo>
                    <a:pt x="928501" y="1549284"/>
                    <a:pt x="915442" y="1554693"/>
                    <a:pt x="901826" y="1554693"/>
                  </a:cubicBezTo>
                  <a:lnTo>
                    <a:pt x="51341" y="1554693"/>
                  </a:lnTo>
                  <a:cubicBezTo>
                    <a:pt x="37725" y="1554693"/>
                    <a:pt x="24666" y="1549284"/>
                    <a:pt x="15037" y="1539655"/>
                  </a:cubicBezTo>
                  <a:cubicBezTo>
                    <a:pt x="5409" y="1530027"/>
                    <a:pt x="0" y="1516968"/>
                    <a:pt x="0" y="1503352"/>
                  </a:cubicBezTo>
                  <a:lnTo>
                    <a:pt x="0" y="51341"/>
                  </a:lnTo>
                  <a:cubicBezTo>
                    <a:pt x="0" y="37725"/>
                    <a:pt x="5409" y="24666"/>
                    <a:pt x="15037" y="15037"/>
                  </a:cubicBezTo>
                  <a:cubicBezTo>
                    <a:pt x="24666" y="5409"/>
                    <a:pt x="37725" y="0"/>
                    <a:pt x="51341" y="0"/>
                  </a:cubicBezTo>
                  <a:lnTo>
                    <a:pt x="901826" y="0"/>
                  </a:lnTo>
                  <a:cubicBezTo>
                    <a:pt x="915442" y="0"/>
                    <a:pt x="928501" y="5409"/>
                    <a:pt x="938130" y="15037"/>
                  </a:cubicBezTo>
                  <a:cubicBezTo>
                    <a:pt x="947758" y="24666"/>
                    <a:pt x="953167" y="37725"/>
                    <a:pt x="953167" y="51341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953167" cy="1602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3619056" cy="1028700"/>
            <a:chOff x="0" y="0"/>
            <a:chExt cx="953167" cy="2708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3167" cy="270878"/>
            </a:xfrm>
            <a:custGeom>
              <a:avLst/>
              <a:gdLst/>
              <a:ahLst/>
              <a:cxnLst/>
              <a:rect r="r" b="b" t="t" l="l"/>
              <a:pathLst>
                <a:path h="270878" w="953167">
                  <a:moveTo>
                    <a:pt x="953167" y="51341"/>
                  </a:moveTo>
                  <a:lnTo>
                    <a:pt x="953167" y="219537"/>
                  </a:lnTo>
                  <a:cubicBezTo>
                    <a:pt x="953167" y="233153"/>
                    <a:pt x="947758" y="246212"/>
                    <a:pt x="938130" y="255840"/>
                  </a:cubicBezTo>
                  <a:cubicBezTo>
                    <a:pt x="928501" y="265468"/>
                    <a:pt x="915442" y="270878"/>
                    <a:pt x="901826" y="270878"/>
                  </a:cubicBezTo>
                  <a:lnTo>
                    <a:pt x="51341" y="270878"/>
                  </a:lnTo>
                  <a:cubicBezTo>
                    <a:pt x="37725" y="270878"/>
                    <a:pt x="24666" y="265468"/>
                    <a:pt x="15037" y="255840"/>
                  </a:cubicBezTo>
                  <a:cubicBezTo>
                    <a:pt x="5409" y="246212"/>
                    <a:pt x="0" y="233153"/>
                    <a:pt x="0" y="219537"/>
                  </a:cubicBezTo>
                  <a:lnTo>
                    <a:pt x="0" y="51341"/>
                  </a:lnTo>
                  <a:cubicBezTo>
                    <a:pt x="0" y="37725"/>
                    <a:pt x="5409" y="24666"/>
                    <a:pt x="15037" y="15037"/>
                  </a:cubicBezTo>
                  <a:cubicBezTo>
                    <a:pt x="24666" y="5409"/>
                    <a:pt x="37725" y="0"/>
                    <a:pt x="51341" y="0"/>
                  </a:cubicBezTo>
                  <a:lnTo>
                    <a:pt x="901826" y="0"/>
                  </a:lnTo>
                  <a:cubicBezTo>
                    <a:pt x="915442" y="0"/>
                    <a:pt x="928501" y="5409"/>
                    <a:pt x="938130" y="15037"/>
                  </a:cubicBezTo>
                  <a:cubicBezTo>
                    <a:pt x="947758" y="24666"/>
                    <a:pt x="953167" y="37725"/>
                    <a:pt x="953167" y="51341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953167" cy="318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776014" y="1185218"/>
            <a:ext cx="5238574" cy="5904189"/>
            <a:chOff x="0" y="0"/>
            <a:chExt cx="1379707" cy="15546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9707" cy="1554693"/>
            </a:xfrm>
            <a:custGeom>
              <a:avLst/>
              <a:gdLst/>
              <a:ahLst/>
              <a:cxnLst/>
              <a:rect r="r" b="b" t="t" l="l"/>
              <a:pathLst>
                <a:path h="1554693" w="1379707">
                  <a:moveTo>
                    <a:pt x="1379707" y="35469"/>
                  </a:moveTo>
                  <a:lnTo>
                    <a:pt x="1379707" y="1519224"/>
                  </a:lnTo>
                  <a:cubicBezTo>
                    <a:pt x="1379707" y="1528631"/>
                    <a:pt x="1375970" y="1537652"/>
                    <a:pt x="1369318" y="1544304"/>
                  </a:cubicBezTo>
                  <a:cubicBezTo>
                    <a:pt x="1362667" y="1550956"/>
                    <a:pt x="1353645" y="1554693"/>
                    <a:pt x="1344238" y="1554693"/>
                  </a:cubicBezTo>
                  <a:lnTo>
                    <a:pt x="35469" y="1554693"/>
                  </a:lnTo>
                  <a:cubicBezTo>
                    <a:pt x="15880" y="1554693"/>
                    <a:pt x="0" y="1538813"/>
                    <a:pt x="0" y="1519224"/>
                  </a:cubicBezTo>
                  <a:lnTo>
                    <a:pt x="0" y="35469"/>
                  </a:lnTo>
                  <a:cubicBezTo>
                    <a:pt x="0" y="15880"/>
                    <a:pt x="15880" y="0"/>
                    <a:pt x="35469" y="0"/>
                  </a:cubicBezTo>
                  <a:lnTo>
                    <a:pt x="1344238" y="0"/>
                  </a:lnTo>
                  <a:cubicBezTo>
                    <a:pt x="1363827" y="0"/>
                    <a:pt x="1379707" y="15880"/>
                    <a:pt x="1379707" y="3546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379707" cy="1602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558" y="7241807"/>
            <a:ext cx="8992030" cy="3045193"/>
            <a:chOff x="0" y="0"/>
            <a:chExt cx="2368271" cy="80186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68271" cy="801861"/>
            </a:xfrm>
            <a:custGeom>
              <a:avLst/>
              <a:gdLst/>
              <a:ahLst/>
              <a:cxnLst/>
              <a:rect r="r" b="b" t="t" l="l"/>
              <a:pathLst>
                <a:path h="801861" w="2368271">
                  <a:moveTo>
                    <a:pt x="2368271" y="20663"/>
                  </a:moveTo>
                  <a:lnTo>
                    <a:pt x="2368271" y="781198"/>
                  </a:lnTo>
                  <a:cubicBezTo>
                    <a:pt x="2368271" y="786678"/>
                    <a:pt x="2366094" y="791934"/>
                    <a:pt x="2362219" y="795809"/>
                  </a:cubicBezTo>
                  <a:cubicBezTo>
                    <a:pt x="2358344" y="799684"/>
                    <a:pt x="2353088" y="801861"/>
                    <a:pt x="2347608" y="801861"/>
                  </a:cubicBezTo>
                  <a:lnTo>
                    <a:pt x="20663" y="801861"/>
                  </a:lnTo>
                  <a:cubicBezTo>
                    <a:pt x="9251" y="801861"/>
                    <a:pt x="0" y="792610"/>
                    <a:pt x="0" y="781198"/>
                  </a:cubicBezTo>
                  <a:lnTo>
                    <a:pt x="0" y="20663"/>
                  </a:lnTo>
                  <a:cubicBezTo>
                    <a:pt x="0" y="15183"/>
                    <a:pt x="2177" y="9927"/>
                    <a:pt x="6052" y="6052"/>
                  </a:cubicBezTo>
                  <a:cubicBezTo>
                    <a:pt x="9927" y="2177"/>
                    <a:pt x="15183" y="0"/>
                    <a:pt x="20663" y="0"/>
                  </a:cubicBezTo>
                  <a:lnTo>
                    <a:pt x="2347608" y="0"/>
                  </a:lnTo>
                  <a:cubicBezTo>
                    <a:pt x="2359020" y="0"/>
                    <a:pt x="2368271" y="9251"/>
                    <a:pt x="2368271" y="2066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368271" cy="849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66988" y="1185218"/>
            <a:ext cx="9121442" cy="4496929"/>
            <a:chOff x="0" y="0"/>
            <a:chExt cx="2402355" cy="11841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02355" cy="1184133"/>
            </a:xfrm>
            <a:custGeom>
              <a:avLst/>
              <a:gdLst/>
              <a:ahLst/>
              <a:cxnLst/>
              <a:rect r="r" b="b" t="t" l="l"/>
              <a:pathLst>
                <a:path h="1184133" w="2402355">
                  <a:moveTo>
                    <a:pt x="2402355" y="20370"/>
                  </a:moveTo>
                  <a:lnTo>
                    <a:pt x="2402355" y="1163762"/>
                  </a:lnTo>
                  <a:cubicBezTo>
                    <a:pt x="2402355" y="1175013"/>
                    <a:pt x="2393235" y="1184133"/>
                    <a:pt x="2381985" y="1184133"/>
                  </a:cubicBezTo>
                  <a:lnTo>
                    <a:pt x="20370" y="1184133"/>
                  </a:lnTo>
                  <a:cubicBezTo>
                    <a:pt x="14968" y="1184133"/>
                    <a:pt x="9786" y="1181986"/>
                    <a:pt x="5966" y="1178166"/>
                  </a:cubicBezTo>
                  <a:cubicBezTo>
                    <a:pt x="2146" y="1174346"/>
                    <a:pt x="0" y="1169165"/>
                    <a:pt x="0" y="1163762"/>
                  </a:cubicBezTo>
                  <a:lnTo>
                    <a:pt x="0" y="20370"/>
                  </a:lnTo>
                  <a:cubicBezTo>
                    <a:pt x="0" y="14968"/>
                    <a:pt x="2146" y="9786"/>
                    <a:pt x="5966" y="5966"/>
                  </a:cubicBezTo>
                  <a:cubicBezTo>
                    <a:pt x="9786" y="2146"/>
                    <a:pt x="14968" y="0"/>
                    <a:pt x="20370" y="0"/>
                  </a:cubicBezTo>
                  <a:lnTo>
                    <a:pt x="2381985" y="0"/>
                  </a:lnTo>
                  <a:cubicBezTo>
                    <a:pt x="2387387" y="0"/>
                    <a:pt x="2392569" y="2146"/>
                    <a:pt x="2396389" y="5966"/>
                  </a:cubicBezTo>
                  <a:cubicBezTo>
                    <a:pt x="2400209" y="9786"/>
                    <a:pt x="2402355" y="14968"/>
                    <a:pt x="2402355" y="203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402355" cy="1231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66988" y="5836339"/>
            <a:ext cx="9121012" cy="4450661"/>
            <a:chOff x="0" y="0"/>
            <a:chExt cx="2402242" cy="117194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02242" cy="1171949"/>
            </a:xfrm>
            <a:custGeom>
              <a:avLst/>
              <a:gdLst/>
              <a:ahLst/>
              <a:cxnLst/>
              <a:rect r="r" b="b" t="t" l="l"/>
              <a:pathLst>
                <a:path h="1171949" w="2402242">
                  <a:moveTo>
                    <a:pt x="2402242" y="20371"/>
                  </a:moveTo>
                  <a:lnTo>
                    <a:pt x="2402242" y="1151578"/>
                  </a:lnTo>
                  <a:cubicBezTo>
                    <a:pt x="2402242" y="1156981"/>
                    <a:pt x="2400096" y="1162162"/>
                    <a:pt x="2396275" y="1165983"/>
                  </a:cubicBezTo>
                  <a:cubicBezTo>
                    <a:pt x="2392455" y="1169803"/>
                    <a:pt x="2387273" y="1171949"/>
                    <a:pt x="2381871" y="1171949"/>
                  </a:cubicBezTo>
                  <a:lnTo>
                    <a:pt x="20371" y="1171949"/>
                  </a:lnTo>
                  <a:cubicBezTo>
                    <a:pt x="14968" y="1171949"/>
                    <a:pt x="9787" y="1169803"/>
                    <a:pt x="5967" y="1165983"/>
                  </a:cubicBezTo>
                  <a:cubicBezTo>
                    <a:pt x="2146" y="1162162"/>
                    <a:pt x="0" y="1156981"/>
                    <a:pt x="0" y="1151578"/>
                  </a:cubicBezTo>
                  <a:lnTo>
                    <a:pt x="0" y="20371"/>
                  </a:lnTo>
                  <a:cubicBezTo>
                    <a:pt x="0" y="14968"/>
                    <a:pt x="2146" y="9787"/>
                    <a:pt x="5967" y="5967"/>
                  </a:cubicBezTo>
                  <a:cubicBezTo>
                    <a:pt x="9787" y="2146"/>
                    <a:pt x="14968" y="0"/>
                    <a:pt x="20371" y="0"/>
                  </a:cubicBezTo>
                  <a:lnTo>
                    <a:pt x="2381871" y="0"/>
                  </a:lnTo>
                  <a:cubicBezTo>
                    <a:pt x="2387273" y="0"/>
                    <a:pt x="2392455" y="2146"/>
                    <a:pt x="2396275" y="5967"/>
                  </a:cubicBezTo>
                  <a:cubicBezTo>
                    <a:pt x="2400096" y="9787"/>
                    <a:pt x="2402242" y="14968"/>
                    <a:pt x="2402242" y="2037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402242" cy="1219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68C9FF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185218"/>
            <a:ext cx="3619056" cy="5904189"/>
            <a:chOff x="0" y="0"/>
            <a:chExt cx="953167" cy="15546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3167" cy="1554693"/>
            </a:xfrm>
            <a:custGeom>
              <a:avLst/>
              <a:gdLst/>
              <a:ahLst/>
              <a:cxnLst/>
              <a:rect r="r" b="b" t="t" l="l"/>
              <a:pathLst>
                <a:path h="1554693" w="953167">
                  <a:moveTo>
                    <a:pt x="953167" y="51341"/>
                  </a:moveTo>
                  <a:lnTo>
                    <a:pt x="953167" y="1503352"/>
                  </a:lnTo>
                  <a:cubicBezTo>
                    <a:pt x="953167" y="1516968"/>
                    <a:pt x="947758" y="1530027"/>
                    <a:pt x="938130" y="1539655"/>
                  </a:cubicBezTo>
                  <a:cubicBezTo>
                    <a:pt x="928501" y="1549284"/>
                    <a:pt x="915442" y="1554693"/>
                    <a:pt x="901826" y="1554693"/>
                  </a:cubicBezTo>
                  <a:lnTo>
                    <a:pt x="51341" y="1554693"/>
                  </a:lnTo>
                  <a:cubicBezTo>
                    <a:pt x="37725" y="1554693"/>
                    <a:pt x="24666" y="1549284"/>
                    <a:pt x="15037" y="1539655"/>
                  </a:cubicBezTo>
                  <a:cubicBezTo>
                    <a:pt x="5409" y="1530027"/>
                    <a:pt x="0" y="1516968"/>
                    <a:pt x="0" y="1503352"/>
                  </a:cubicBezTo>
                  <a:lnTo>
                    <a:pt x="0" y="51341"/>
                  </a:lnTo>
                  <a:cubicBezTo>
                    <a:pt x="0" y="37725"/>
                    <a:pt x="5409" y="24666"/>
                    <a:pt x="15037" y="15037"/>
                  </a:cubicBezTo>
                  <a:cubicBezTo>
                    <a:pt x="24666" y="5409"/>
                    <a:pt x="37725" y="0"/>
                    <a:pt x="51341" y="0"/>
                  </a:cubicBezTo>
                  <a:lnTo>
                    <a:pt x="901826" y="0"/>
                  </a:lnTo>
                  <a:cubicBezTo>
                    <a:pt x="915442" y="0"/>
                    <a:pt x="928501" y="5409"/>
                    <a:pt x="938130" y="15037"/>
                  </a:cubicBezTo>
                  <a:cubicBezTo>
                    <a:pt x="947758" y="24666"/>
                    <a:pt x="953167" y="37725"/>
                    <a:pt x="953167" y="51341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953167" cy="1602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3619056" cy="1028700"/>
            <a:chOff x="0" y="0"/>
            <a:chExt cx="953167" cy="2708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3167" cy="270878"/>
            </a:xfrm>
            <a:custGeom>
              <a:avLst/>
              <a:gdLst/>
              <a:ahLst/>
              <a:cxnLst/>
              <a:rect r="r" b="b" t="t" l="l"/>
              <a:pathLst>
                <a:path h="270878" w="953167">
                  <a:moveTo>
                    <a:pt x="953167" y="51341"/>
                  </a:moveTo>
                  <a:lnTo>
                    <a:pt x="953167" y="219537"/>
                  </a:lnTo>
                  <a:cubicBezTo>
                    <a:pt x="953167" y="233153"/>
                    <a:pt x="947758" y="246212"/>
                    <a:pt x="938130" y="255840"/>
                  </a:cubicBezTo>
                  <a:cubicBezTo>
                    <a:pt x="928501" y="265468"/>
                    <a:pt x="915442" y="270878"/>
                    <a:pt x="901826" y="270878"/>
                  </a:cubicBezTo>
                  <a:lnTo>
                    <a:pt x="51341" y="270878"/>
                  </a:lnTo>
                  <a:cubicBezTo>
                    <a:pt x="37725" y="270878"/>
                    <a:pt x="24666" y="265468"/>
                    <a:pt x="15037" y="255840"/>
                  </a:cubicBezTo>
                  <a:cubicBezTo>
                    <a:pt x="5409" y="246212"/>
                    <a:pt x="0" y="233153"/>
                    <a:pt x="0" y="219537"/>
                  </a:cubicBezTo>
                  <a:lnTo>
                    <a:pt x="0" y="51341"/>
                  </a:lnTo>
                  <a:cubicBezTo>
                    <a:pt x="0" y="37725"/>
                    <a:pt x="5409" y="24666"/>
                    <a:pt x="15037" y="15037"/>
                  </a:cubicBezTo>
                  <a:cubicBezTo>
                    <a:pt x="24666" y="5409"/>
                    <a:pt x="37725" y="0"/>
                    <a:pt x="51341" y="0"/>
                  </a:cubicBezTo>
                  <a:lnTo>
                    <a:pt x="901826" y="0"/>
                  </a:lnTo>
                  <a:cubicBezTo>
                    <a:pt x="915442" y="0"/>
                    <a:pt x="928501" y="5409"/>
                    <a:pt x="938130" y="15037"/>
                  </a:cubicBezTo>
                  <a:cubicBezTo>
                    <a:pt x="947758" y="24666"/>
                    <a:pt x="953167" y="37725"/>
                    <a:pt x="953167" y="51341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953167" cy="318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376386" y="0"/>
            <a:ext cx="6911614" cy="10287000"/>
            <a:chOff x="0" y="0"/>
            <a:chExt cx="1820343" cy="27087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0343" cy="2708776"/>
            </a:xfrm>
            <a:custGeom>
              <a:avLst/>
              <a:gdLst/>
              <a:ahLst/>
              <a:cxnLst/>
              <a:rect r="r" b="b" t="t" l="l"/>
              <a:pathLst>
                <a:path h="2708776" w="1820343">
                  <a:moveTo>
                    <a:pt x="1820343" y="26883"/>
                  </a:moveTo>
                  <a:lnTo>
                    <a:pt x="1820343" y="2681892"/>
                  </a:lnTo>
                  <a:cubicBezTo>
                    <a:pt x="1820343" y="2696739"/>
                    <a:pt x="1808307" y="2708776"/>
                    <a:pt x="1793460" y="2708776"/>
                  </a:cubicBezTo>
                  <a:lnTo>
                    <a:pt x="26883" y="2708776"/>
                  </a:lnTo>
                  <a:cubicBezTo>
                    <a:pt x="12036" y="2708776"/>
                    <a:pt x="0" y="2696739"/>
                    <a:pt x="0" y="2681892"/>
                  </a:cubicBezTo>
                  <a:lnTo>
                    <a:pt x="0" y="26883"/>
                  </a:lnTo>
                  <a:cubicBezTo>
                    <a:pt x="0" y="12036"/>
                    <a:pt x="12036" y="0"/>
                    <a:pt x="26883" y="0"/>
                  </a:cubicBezTo>
                  <a:lnTo>
                    <a:pt x="1793460" y="0"/>
                  </a:lnTo>
                  <a:cubicBezTo>
                    <a:pt x="1800590" y="0"/>
                    <a:pt x="1807427" y="2832"/>
                    <a:pt x="1812469" y="7874"/>
                  </a:cubicBezTo>
                  <a:cubicBezTo>
                    <a:pt x="1817510" y="12915"/>
                    <a:pt x="1820343" y="19753"/>
                    <a:pt x="1820343" y="2688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820343" cy="2756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7241807"/>
            <a:ext cx="11219548" cy="3045193"/>
            <a:chOff x="0" y="0"/>
            <a:chExt cx="2954943" cy="80186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54943" cy="801861"/>
            </a:xfrm>
            <a:custGeom>
              <a:avLst/>
              <a:gdLst/>
              <a:ahLst/>
              <a:cxnLst/>
              <a:rect r="r" b="b" t="t" l="l"/>
              <a:pathLst>
                <a:path h="801861" w="2954943">
                  <a:moveTo>
                    <a:pt x="2954943" y="16561"/>
                  </a:moveTo>
                  <a:lnTo>
                    <a:pt x="2954943" y="785300"/>
                  </a:lnTo>
                  <a:cubicBezTo>
                    <a:pt x="2954943" y="794446"/>
                    <a:pt x="2947528" y="801861"/>
                    <a:pt x="2938382" y="801861"/>
                  </a:cubicBezTo>
                  <a:lnTo>
                    <a:pt x="16561" y="801861"/>
                  </a:lnTo>
                  <a:cubicBezTo>
                    <a:pt x="7415" y="801861"/>
                    <a:pt x="0" y="794446"/>
                    <a:pt x="0" y="785300"/>
                  </a:cubicBezTo>
                  <a:lnTo>
                    <a:pt x="0" y="16561"/>
                  </a:lnTo>
                  <a:cubicBezTo>
                    <a:pt x="0" y="7415"/>
                    <a:pt x="7415" y="0"/>
                    <a:pt x="16561" y="0"/>
                  </a:cubicBezTo>
                  <a:lnTo>
                    <a:pt x="2938382" y="0"/>
                  </a:lnTo>
                  <a:cubicBezTo>
                    <a:pt x="2947528" y="0"/>
                    <a:pt x="2954943" y="7415"/>
                    <a:pt x="2954943" y="1656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954943" cy="849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768628" y="2580664"/>
            <a:ext cx="7450920" cy="4508743"/>
            <a:chOff x="0" y="0"/>
            <a:chExt cx="1962382" cy="11872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62382" cy="1187243"/>
            </a:xfrm>
            <a:custGeom>
              <a:avLst/>
              <a:gdLst/>
              <a:ahLst/>
              <a:cxnLst/>
              <a:rect r="r" b="b" t="t" l="l"/>
              <a:pathLst>
                <a:path h="1187243" w="1962382">
                  <a:moveTo>
                    <a:pt x="1962382" y="24937"/>
                  </a:moveTo>
                  <a:lnTo>
                    <a:pt x="1962382" y="1162306"/>
                  </a:lnTo>
                  <a:cubicBezTo>
                    <a:pt x="1962382" y="1168920"/>
                    <a:pt x="1959755" y="1175263"/>
                    <a:pt x="1955078" y="1179939"/>
                  </a:cubicBezTo>
                  <a:cubicBezTo>
                    <a:pt x="1950402" y="1184616"/>
                    <a:pt x="1944059" y="1187243"/>
                    <a:pt x="1937445" y="1187243"/>
                  </a:cubicBezTo>
                  <a:lnTo>
                    <a:pt x="24937" y="1187243"/>
                  </a:lnTo>
                  <a:cubicBezTo>
                    <a:pt x="18324" y="1187243"/>
                    <a:pt x="11981" y="1184616"/>
                    <a:pt x="7304" y="1179939"/>
                  </a:cubicBezTo>
                  <a:cubicBezTo>
                    <a:pt x="2627" y="1175263"/>
                    <a:pt x="0" y="1168920"/>
                    <a:pt x="0" y="1162306"/>
                  </a:cubicBezTo>
                  <a:lnTo>
                    <a:pt x="0" y="24937"/>
                  </a:lnTo>
                  <a:cubicBezTo>
                    <a:pt x="0" y="18324"/>
                    <a:pt x="2627" y="11981"/>
                    <a:pt x="7304" y="7304"/>
                  </a:cubicBezTo>
                  <a:cubicBezTo>
                    <a:pt x="11981" y="2627"/>
                    <a:pt x="18324" y="0"/>
                    <a:pt x="24937" y="0"/>
                  </a:cubicBezTo>
                  <a:lnTo>
                    <a:pt x="1937445" y="0"/>
                  </a:lnTo>
                  <a:cubicBezTo>
                    <a:pt x="1944059" y="0"/>
                    <a:pt x="1950402" y="2627"/>
                    <a:pt x="1955078" y="7304"/>
                  </a:cubicBezTo>
                  <a:cubicBezTo>
                    <a:pt x="1959755" y="11981"/>
                    <a:pt x="1962382" y="18324"/>
                    <a:pt x="1962382" y="2493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962382" cy="12348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DAHFy1aQOVg</dc:identifier>
  <dcterms:modified xsi:type="dcterms:W3CDTF">2011-08-01T06:04:30Z</dcterms:modified>
  <cp:revision>1</cp:revision>
  <dc:title>title</dc:title>
</cp:coreProperties>
</file>